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61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38" d="100"/>
          <a:sy n="38" d="100"/>
        </p:scale>
        <p:origin x="-1410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157E94DC-5C29-42C9-800A-B31E73DB7F95}" type="datetimeFigureOut">
              <a:rPr lang="en-US" smtClean="0"/>
              <a:pPr/>
              <a:t>12/15/2015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60A48735-F7E4-4683-A2E1-E501A71EABCF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6.xml"/><Relationship Id="rId2" Type="http://schemas.openxmlformats.org/officeDocument/2006/relationships/slide" Target="slide5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4.xml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docs.opencv.org/" TargetMode="External"/><Relationship Id="rId2" Type="http://schemas.openxmlformats.org/officeDocument/2006/relationships/hyperlink" Target="http://arxiv.org/ftp/arxiv/papers/1403/1403.4722.pdf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://www.youtube.com/" TargetMode="External"/><Relationship Id="rId4" Type="http://schemas.openxmlformats.org/officeDocument/2006/relationships/hyperlink" Target="http://myweb.sabanciuniv.edu/ghani/files/2015/02/GazePointer_INMIC2013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err="1" smtClean="0"/>
              <a:t>Pomeranje</a:t>
            </a:r>
            <a:r>
              <a:rPr lang="en-US" dirty="0" smtClean="0"/>
              <a:t> </a:t>
            </a:r>
            <a:r>
              <a:rPr lang="en-US" dirty="0" err="1" smtClean="0"/>
              <a:t>kursora</a:t>
            </a:r>
            <a:r>
              <a:rPr lang="en-US" dirty="0" smtClean="0"/>
              <a:t> </a:t>
            </a:r>
            <a:r>
              <a:rPr lang="en-US" dirty="0" err="1" smtClean="0"/>
              <a:t>koriscenjem</a:t>
            </a:r>
            <a:r>
              <a:rPr lang="en-US" dirty="0" smtClean="0"/>
              <a:t> </a:t>
            </a:r>
            <a:r>
              <a:rPr lang="en-US" dirty="0" err="1" smtClean="0"/>
              <a:t>elemenata</a:t>
            </a:r>
            <a:r>
              <a:rPr lang="en-US" dirty="0" smtClean="0"/>
              <a:t> </a:t>
            </a:r>
            <a:r>
              <a:rPr lang="en-US" dirty="0" err="1" smtClean="0"/>
              <a:t>koje</a:t>
            </a:r>
            <a:r>
              <a:rPr lang="en-US" dirty="0" smtClean="0"/>
              <a:t> </a:t>
            </a:r>
            <a:r>
              <a:rPr lang="en-US" dirty="0" err="1" smtClean="0"/>
              <a:t>detektuje</a:t>
            </a:r>
            <a:r>
              <a:rPr lang="en-US" dirty="0" smtClean="0"/>
              <a:t> web </a:t>
            </a:r>
            <a:r>
              <a:rPr lang="en-US" dirty="0" err="1" smtClean="0"/>
              <a:t>kamera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 smtClean="0"/>
              <a:t>Aleksa</a:t>
            </a:r>
            <a:r>
              <a:rPr lang="en-US" dirty="0" smtClean="0"/>
              <a:t> </a:t>
            </a:r>
            <a:r>
              <a:rPr lang="en-US" dirty="0" err="1" smtClean="0"/>
              <a:t>Mirkovic</a:t>
            </a:r>
            <a:r>
              <a:rPr lang="en-US" dirty="0" smtClean="0"/>
              <a:t> RA127-2012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MOTIVACIJA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65354"/>
          </a:xfrm>
        </p:spPr>
        <p:txBody>
          <a:bodyPr>
            <a:normAutofit fontScale="40000" lnSpcReduction="20000"/>
          </a:bodyPr>
          <a:lstStyle/>
          <a:p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Priblizavanje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tehnologije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"Touch-screen-a"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standardnim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personalnim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racunarima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b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Olaksavanje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rukovanja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aplikacijama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ljudima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bez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iskustva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u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koriscenju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b="1" i="1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racunara</a:t>
            </a:r>
            <a:r>
              <a:rPr lang="en-US" sz="5900" b="1" i="1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Stariji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ljudi</a:t>
            </a: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Ljudi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koji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imaju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problema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motorikom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rukovanje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misem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nije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prirodno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ili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onesposobljeni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za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koriscenje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misa</a:t>
            </a: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Izbegavanje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koriscenje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touch pad-a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laptop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masinama</a:t>
            </a: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MOTIVACIJA...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65354"/>
          </a:xfrm>
        </p:spPr>
        <p:txBody>
          <a:bodyPr>
            <a:normAutofit fontScale="55000" lnSpcReduction="20000"/>
          </a:bodyPr>
          <a:lstStyle/>
          <a:p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U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slucaju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oci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koriste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kao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mehanizam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kontrole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potpuna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korelacija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izmedju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misli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izvrsavanja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akcije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racunaru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bez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mehanickih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posrednika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</a:t>
            </a:r>
          </a:p>
          <a:p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Potrebno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je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zavrsi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neka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kratka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bitna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sekvenca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operacija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racunaru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a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imate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problem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pri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koriscenju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misa</a:t>
            </a:r>
            <a:endParaRPr lang="sr-Latn-RS" sz="44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Koristite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stariji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racunar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kom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ne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koristi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usb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port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vec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ps2 port,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izvukao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bi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ga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ponovo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koristili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morate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restartovati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racunar</a:t>
            </a:r>
            <a:endParaRPr lang="en-US" sz="4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 lvl="1"/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Pokvario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mis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tokom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rada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nemate</a:t>
            </a:r>
            <a:r>
              <a:rPr lang="en-US" sz="42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42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rezervni</a:t>
            </a:r>
            <a:endParaRPr lang="en-US" sz="42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r>
              <a:rPr lang="en-US" sz="44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Zabava</a:t>
            </a:r>
            <a:r>
              <a:rPr lang="en-US" sz="44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...</a:t>
            </a:r>
          </a:p>
          <a:p>
            <a:endParaRPr lang="sr-Latn-RS" sz="6000" dirty="0" smtClean="0"/>
          </a:p>
          <a:p>
            <a:pPr>
              <a:buNone/>
            </a:pPr>
            <a:r>
              <a:rPr lang="en-US" dirty="0" smtClean="0"/>
              <a:t/>
            </a:r>
            <a:br>
              <a:rPr lang="en-US" dirty="0" smtClean="0"/>
            </a:b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Stanje</a:t>
            </a:r>
            <a:r>
              <a:rPr lang="en-US" dirty="0" smtClean="0"/>
              <a:t> u </a:t>
            </a:r>
            <a:r>
              <a:rPr lang="en-US" dirty="0" err="1" smtClean="0"/>
              <a:t>oblasti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922520"/>
          </a:xfrm>
        </p:spPr>
        <p:txBody>
          <a:bodyPr>
            <a:normAutofit fontScale="40000" lnSpcReduction="20000"/>
          </a:bodyPr>
          <a:lstStyle/>
          <a:p>
            <a:pPr>
              <a:buNone/>
            </a:pP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Postoje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softveri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koji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pomazu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ljudima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fizickim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nedostacima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(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npr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  <a:hlinkClick r:id="rId2" action="ppaction://hlinksldjump"/>
              </a:rPr>
              <a:t>Camera Mouse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).</a:t>
            </a: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Fiksira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jednu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oblast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licu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korisnika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I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osnovu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nje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pomera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kursor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kako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pomera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glava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korisnika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.</a:t>
            </a:r>
          </a:p>
          <a:p>
            <a:pPr>
              <a:buNone/>
            </a:pP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Rezultati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tih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programa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dosta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solidni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obzirom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kompleksnost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problema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ali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oblast je u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ekspanziji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I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nastoji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se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rezultati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poboljsaju.Naravno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kamera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igra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bitnu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ulogu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u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radu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programa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,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tako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da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je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kvalitet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kamere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jako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 </a:t>
            </a:r>
            <a:r>
              <a:rPr lang="en-US" sz="5900" dirty="0" err="1" smtClean="0">
                <a:latin typeface="Tahoma" pitchFamily="34" charset="0"/>
                <a:ea typeface="Tahoma" pitchFamily="34" charset="0"/>
                <a:cs typeface="Tahoma" pitchFamily="34" charset="0"/>
              </a:rPr>
              <a:t>bitan</a:t>
            </a: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>….</a:t>
            </a:r>
          </a:p>
          <a:p>
            <a:pPr>
              <a:buNone/>
            </a:pPr>
            <a:endParaRPr lang="sr-Latn-R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pPr>
              <a:buNone/>
            </a:pPr>
            <a: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  <a:t/>
            </a:r>
            <a:br>
              <a:rPr lang="en-US" sz="5900" dirty="0" smtClean="0">
                <a:latin typeface="Tahoma" pitchFamily="34" charset="0"/>
                <a:ea typeface="Tahoma" pitchFamily="34" charset="0"/>
                <a:cs typeface="Tahoma" pitchFamily="34" charset="0"/>
              </a:rPr>
            </a:br>
            <a:endParaRPr lang="en-US" sz="5900" dirty="0" smtClean="0">
              <a:latin typeface="Tahoma" pitchFamily="34" charset="0"/>
              <a:ea typeface="Tahoma" pitchFamily="34" charset="0"/>
              <a:cs typeface="Tahoma" pitchFamily="34" charset="0"/>
            </a:endParaRPr>
          </a:p>
          <a:p>
            <a:endParaRPr lang="en-US" dirty="0"/>
          </a:p>
        </p:txBody>
      </p:sp>
      <p:sp>
        <p:nvSpPr>
          <p:cNvPr id="4" name="Right Arrow 3">
            <a:hlinkClick r:id="rId3" action="ppaction://hlinksldjump"/>
          </p:cNvPr>
          <p:cNvSpPr/>
          <p:nvPr/>
        </p:nvSpPr>
        <p:spPr>
          <a:xfrm>
            <a:off x="7715272" y="6000768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 descr="cameraMouse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3108" y="285728"/>
            <a:ext cx="5000660" cy="6308525"/>
          </a:xfrm>
        </p:spPr>
      </p:pic>
      <p:sp>
        <p:nvSpPr>
          <p:cNvPr id="5" name="Left Arrow 4">
            <a:hlinkClick r:id="rId3" action="ppaction://hlinksldjump"/>
          </p:cNvPr>
          <p:cNvSpPr/>
          <p:nvPr/>
        </p:nvSpPr>
        <p:spPr>
          <a:xfrm>
            <a:off x="642910" y="5643578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fad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Stanje</a:t>
            </a:r>
            <a:r>
              <a:rPr lang="en-US" dirty="0" smtClean="0"/>
              <a:t> u </a:t>
            </a:r>
            <a:r>
              <a:rPr lang="en-US" dirty="0" err="1" smtClean="0"/>
              <a:t>oblasti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 smtClean="0"/>
              <a:t>Postoji</a:t>
            </a:r>
            <a:r>
              <a:rPr lang="en-US" dirty="0" smtClean="0"/>
              <a:t> </a:t>
            </a:r>
            <a:r>
              <a:rPr lang="en-US" dirty="0" err="1" smtClean="0"/>
              <a:t>znacajan</a:t>
            </a:r>
            <a:r>
              <a:rPr lang="en-US" dirty="0" smtClean="0"/>
              <a:t> </a:t>
            </a:r>
            <a:r>
              <a:rPr lang="en-US" dirty="0" err="1" smtClean="0"/>
              <a:t>broj</a:t>
            </a:r>
            <a:r>
              <a:rPr lang="en-US" dirty="0" smtClean="0"/>
              <a:t> </a:t>
            </a:r>
            <a:r>
              <a:rPr lang="en-US" dirty="0" err="1" smtClean="0"/>
              <a:t>radova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temu</a:t>
            </a:r>
            <a:r>
              <a:rPr lang="en-US" dirty="0" smtClean="0"/>
              <a:t> </a:t>
            </a:r>
            <a:r>
              <a:rPr lang="en-US" dirty="0" err="1" smtClean="0"/>
              <a:t>pomeranja</a:t>
            </a:r>
            <a:r>
              <a:rPr lang="en-US" dirty="0" smtClean="0"/>
              <a:t> </a:t>
            </a:r>
            <a:r>
              <a:rPr lang="en-US" dirty="0" err="1" smtClean="0"/>
              <a:t>kursora</a:t>
            </a:r>
            <a:r>
              <a:rPr lang="en-US" dirty="0" smtClean="0"/>
              <a:t> </a:t>
            </a:r>
            <a:r>
              <a:rPr lang="en-US" dirty="0" err="1" smtClean="0"/>
              <a:t>bez</a:t>
            </a:r>
            <a:r>
              <a:rPr lang="en-US" dirty="0" smtClean="0"/>
              <a:t> </a:t>
            </a:r>
            <a:r>
              <a:rPr lang="en-US" dirty="0" err="1" smtClean="0"/>
              <a:t>koriscenja</a:t>
            </a:r>
            <a:r>
              <a:rPr lang="en-US" dirty="0" smtClean="0"/>
              <a:t> misa.HCI ( Human computer interaction) </a:t>
            </a:r>
            <a:r>
              <a:rPr lang="en-US" dirty="0" err="1" smtClean="0"/>
              <a:t>ocigledno</a:t>
            </a:r>
            <a:r>
              <a:rPr lang="en-US" dirty="0" smtClean="0"/>
              <a:t> </a:t>
            </a:r>
            <a:r>
              <a:rPr lang="en-US" dirty="0" err="1" smtClean="0"/>
              <a:t>ide</a:t>
            </a:r>
            <a:r>
              <a:rPr lang="en-US" dirty="0" smtClean="0"/>
              <a:t> u </a:t>
            </a:r>
            <a:r>
              <a:rPr lang="en-US" dirty="0" err="1" smtClean="0"/>
              <a:t>smeru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mis</a:t>
            </a:r>
            <a:r>
              <a:rPr lang="en-US" dirty="0" smtClean="0"/>
              <a:t> ne </a:t>
            </a:r>
            <a:r>
              <a:rPr lang="en-US" dirty="0" err="1" smtClean="0"/>
              <a:t>bude</a:t>
            </a:r>
            <a:r>
              <a:rPr lang="en-US" dirty="0" smtClean="0"/>
              <a:t> </a:t>
            </a:r>
            <a:r>
              <a:rPr lang="en-US" dirty="0" err="1" smtClean="0"/>
              <a:t>neophodan</a:t>
            </a:r>
            <a:r>
              <a:rPr lang="en-US" dirty="0" smtClean="0"/>
              <a:t> </a:t>
            </a:r>
            <a:r>
              <a:rPr lang="en-US" dirty="0" err="1" smtClean="0"/>
              <a:t>pri</a:t>
            </a:r>
            <a:r>
              <a:rPr lang="en-US" dirty="0" smtClean="0"/>
              <a:t> </a:t>
            </a:r>
            <a:r>
              <a:rPr lang="en-US" dirty="0" err="1" smtClean="0"/>
              <a:t>koriscenju</a:t>
            </a:r>
            <a:r>
              <a:rPr lang="en-US" dirty="0" smtClean="0"/>
              <a:t> </a:t>
            </a:r>
            <a:r>
              <a:rPr lang="en-US" dirty="0" err="1" smtClean="0"/>
              <a:t>racunara.Naravno</a:t>
            </a:r>
            <a:r>
              <a:rPr lang="en-US" dirty="0" smtClean="0"/>
              <a:t> </a:t>
            </a:r>
            <a:r>
              <a:rPr lang="en-US" dirty="0" err="1" smtClean="0"/>
              <a:t>nece</a:t>
            </a:r>
            <a:r>
              <a:rPr lang="en-US" dirty="0" smtClean="0"/>
              <a:t> </a:t>
            </a:r>
            <a:r>
              <a:rPr lang="en-US" dirty="0" err="1" smtClean="0"/>
              <a:t>biti</a:t>
            </a:r>
            <a:r>
              <a:rPr lang="en-US" dirty="0" smtClean="0"/>
              <a:t> </a:t>
            </a:r>
            <a:r>
              <a:rPr lang="en-US" dirty="0" err="1" smtClean="0"/>
              <a:t>potpuno</a:t>
            </a:r>
            <a:r>
              <a:rPr lang="en-US" dirty="0" smtClean="0"/>
              <a:t> </a:t>
            </a:r>
            <a:r>
              <a:rPr lang="en-US" dirty="0" err="1" smtClean="0"/>
              <a:t>potisnut</a:t>
            </a:r>
            <a:r>
              <a:rPr lang="en-US" dirty="0" smtClean="0"/>
              <a:t>.</a:t>
            </a:r>
            <a:endParaRPr lang="sr-Latn-RS" dirty="0" smtClean="0"/>
          </a:p>
          <a:p>
            <a:r>
              <a:rPr lang="sr-Latn-RS" dirty="0" smtClean="0"/>
              <a:t>Za sada dosta se radi eksperimentalnih projekata u nekomercijalne svrhe.</a:t>
            </a:r>
          </a:p>
          <a:p>
            <a:r>
              <a:rPr lang="sr-Latn-RS" dirty="0" smtClean="0"/>
              <a:t>Vecinom prezentovani na youtube-u i slicnim servisima, open source su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Stanje</a:t>
            </a:r>
            <a:r>
              <a:rPr lang="en-US" dirty="0" smtClean="0"/>
              <a:t> u </a:t>
            </a:r>
            <a:r>
              <a:rPr lang="en-US" dirty="0" err="1" smtClean="0"/>
              <a:t>oblasti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Program GazePointer prati bas pogled da bi kontrolisao kursor.</a:t>
            </a:r>
          </a:p>
          <a:p>
            <a:r>
              <a:rPr lang="sr-Latn-RS" dirty="0" smtClean="0"/>
              <a:t>Jedan je od najboljih besplatnih, ali ako kamera nije vrlo dobra, zahteva mnogo kalibracije, a i tada rezultati nisu sjajni.</a:t>
            </a:r>
            <a:endParaRPr lang="sr-Latn-RS" dirty="0" smtClean="0"/>
          </a:p>
          <a:p>
            <a:endParaRPr lang="en-US" dirty="0" smtClean="0"/>
          </a:p>
        </p:txBody>
      </p:sp>
      <p:pic>
        <p:nvPicPr>
          <p:cNvPr id="4" name="Picture 3" descr="gazePoi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662" y="4214818"/>
            <a:ext cx="2919849" cy="2342979"/>
          </a:xfrm>
          <a:prstGeom prst="rect">
            <a:avLst/>
          </a:prstGeom>
        </p:spPr>
      </p:pic>
      <p:pic>
        <p:nvPicPr>
          <p:cNvPr id="5" name="Picture 4" descr="gazePointer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0562" y="3786190"/>
            <a:ext cx="3500462" cy="2773649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Gaze pointer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sr-Latn-RS" dirty="0" smtClean="0"/>
              <a:t>Prati pokrete zenica kontekstno u odnosu na lice, u slucaju dobre kalibracije, daje solidne rezultate, sposoban je da pomeri  kursor u oblast kruga 3-4 cm od stvarne tacke  pogleda.Ovo se dodatno moze poboljsati boljom veb kamerom.</a:t>
            </a:r>
          </a:p>
          <a:p>
            <a:r>
              <a:rPr lang="sr-Latn-RS" dirty="0" smtClean="0"/>
              <a:t>Zenice imaju mnogo malih pokreta koje mogu da detektuju samo vrhunske kamere.</a:t>
            </a:r>
          </a:p>
          <a:p>
            <a:r>
              <a:rPr lang="sr-Latn-RS" dirty="0" smtClean="0"/>
              <a:t>Cesto podrhtavanje kursora, tolerancija na pomeraj zenice mora da bude veca</a:t>
            </a:r>
          </a:p>
          <a:p>
            <a:r>
              <a:rPr lang="sr-Latn-RS" dirty="0" smtClean="0"/>
              <a:t>Performanse nisu sjajne, mali broj fps</a:t>
            </a:r>
            <a:endParaRPr lang="sr-Latn-RS" dirty="0" smtClean="0"/>
          </a:p>
          <a:p>
            <a:endParaRPr lang="sr-Latn-R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Misija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36792"/>
          </a:xfrm>
        </p:spPr>
        <p:txBody>
          <a:bodyPr>
            <a:normAutofit fontScale="92500" lnSpcReduction="20000"/>
          </a:bodyPr>
          <a:lstStyle/>
          <a:p>
            <a:r>
              <a:rPr lang="sr-Latn-RS" dirty="0" smtClean="0"/>
              <a:t>Prvi pokusaj</a:t>
            </a:r>
            <a:r>
              <a:rPr lang="en-US" dirty="0" smtClean="0"/>
              <a:t>(</a:t>
            </a:r>
            <a:r>
              <a:rPr lang="sr-Latn-RS" dirty="0" smtClean="0"/>
              <a:t> pomeranje kursora na osnovu toga gde gledamo</a:t>
            </a:r>
            <a:r>
              <a:rPr lang="en-US" dirty="0" smtClean="0"/>
              <a:t>):</a:t>
            </a:r>
            <a:endParaRPr lang="sr-Latn-RS" dirty="0" smtClean="0"/>
          </a:p>
          <a:p>
            <a:pPr lvl="1"/>
            <a:r>
              <a:rPr lang="sr-Latn-RS" dirty="0" smtClean="0"/>
              <a:t>-problemi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Nedovoljno</a:t>
            </a:r>
            <a:r>
              <a:rPr lang="en-US" dirty="0" smtClean="0"/>
              <a:t> dobra </a:t>
            </a:r>
            <a:r>
              <a:rPr lang="en-US" dirty="0" err="1" smtClean="0"/>
              <a:t>veb</a:t>
            </a:r>
            <a:r>
              <a:rPr lang="en-US" dirty="0" smtClean="0"/>
              <a:t> </a:t>
            </a:r>
            <a:r>
              <a:rPr lang="en-US" dirty="0" err="1" smtClean="0"/>
              <a:t>kamera</a:t>
            </a:r>
            <a:r>
              <a:rPr lang="en-US" dirty="0" smtClean="0"/>
              <a:t>, </a:t>
            </a:r>
            <a:r>
              <a:rPr lang="en-US" dirty="0" err="1" smtClean="0"/>
              <a:t>sitna</a:t>
            </a:r>
            <a:r>
              <a:rPr lang="en-US" dirty="0" smtClean="0"/>
              <a:t> </a:t>
            </a:r>
            <a:r>
              <a:rPr lang="en-US" dirty="0" err="1" smtClean="0"/>
              <a:t>podrhtavanja,osvetljenje</a:t>
            </a:r>
            <a:r>
              <a:rPr lang="en-US" dirty="0" smtClean="0"/>
              <a:t> </a:t>
            </a:r>
            <a:r>
              <a:rPr lang="en-US" dirty="0" err="1" smtClean="0"/>
              <a:t>igra</a:t>
            </a:r>
            <a:r>
              <a:rPr lang="en-US" dirty="0" smtClean="0"/>
              <a:t> </a:t>
            </a:r>
            <a:r>
              <a:rPr lang="en-US" dirty="0" err="1" smtClean="0"/>
              <a:t>bitnu</a:t>
            </a:r>
            <a:r>
              <a:rPr lang="en-US" dirty="0" smtClean="0"/>
              <a:t> </a:t>
            </a:r>
            <a:r>
              <a:rPr lang="en-US" dirty="0" err="1" smtClean="0"/>
              <a:t>ulogu</a:t>
            </a:r>
            <a:r>
              <a:rPr lang="en-US" dirty="0" smtClean="0"/>
              <a:t>, </a:t>
            </a:r>
            <a:r>
              <a:rPr lang="en-US" dirty="0" err="1" smtClean="0"/>
              <a:t>udaljenost</a:t>
            </a:r>
            <a:r>
              <a:rPr lang="en-US" dirty="0" smtClean="0"/>
              <a:t> </a:t>
            </a:r>
            <a:r>
              <a:rPr lang="en-US" dirty="0" err="1" smtClean="0"/>
              <a:t>korisnika</a:t>
            </a:r>
            <a:r>
              <a:rPr lang="en-US" dirty="0" smtClean="0"/>
              <a:t> </a:t>
            </a:r>
            <a:r>
              <a:rPr lang="en-US" dirty="0" err="1" smtClean="0"/>
              <a:t>od</a:t>
            </a:r>
            <a:r>
              <a:rPr lang="en-US" dirty="0" smtClean="0"/>
              <a:t> </a:t>
            </a:r>
            <a:r>
              <a:rPr lang="en-US" dirty="0" err="1" smtClean="0"/>
              <a:t>kamere</a:t>
            </a:r>
            <a:r>
              <a:rPr lang="en-US" dirty="0" smtClean="0"/>
              <a:t> se </a:t>
            </a:r>
            <a:r>
              <a:rPr lang="en-US" dirty="0" err="1" smtClean="0"/>
              <a:t>menja</a:t>
            </a:r>
            <a:r>
              <a:rPr lang="en-US" dirty="0" smtClean="0"/>
              <a:t>(</a:t>
            </a:r>
            <a:r>
              <a:rPr lang="en-US" dirty="0" err="1" smtClean="0"/>
              <a:t>potrebno</a:t>
            </a:r>
            <a:r>
              <a:rPr lang="en-US" dirty="0" smtClean="0"/>
              <a:t> </a:t>
            </a:r>
            <a:r>
              <a:rPr lang="en-US" dirty="0" err="1" smtClean="0"/>
              <a:t>stalno</a:t>
            </a:r>
            <a:r>
              <a:rPr lang="en-US" dirty="0" smtClean="0"/>
              <a:t> </a:t>
            </a:r>
            <a:r>
              <a:rPr lang="en-US" dirty="0" err="1" smtClean="0"/>
              <a:t>racunanje</a:t>
            </a:r>
            <a:r>
              <a:rPr lang="en-US" dirty="0" smtClean="0"/>
              <a:t> </a:t>
            </a:r>
            <a:r>
              <a:rPr lang="en-US" dirty="0" err="1" smtClean="0"/>
              <a:t>novih</a:t>
            </a:r>
            <a:r>
              <a:rPr lang="en-US" dirty="0" smtClean="0"/>
              <a:t> </a:t>
            </a:r>
            <a:r>
              <a:rPr lang="en-US" dirty="0" err="1" smtClean="0"/>
              <a:t>uglova</a:t>
            </a:r>
            <a:r>
              <a:rPr lang="en-US" dirty="0" smtClean="0"/>
              <a:t>, u </a:t>
            </a:r>
            <a:r>
              <a:rPr lang="en-US" dirty="0" err="1" smtClean="0"/>
              <a:t>odnosu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udaljenost</a:t>
            </a:r>
            <a:r>
              <a:rPr lang="en-US" dirty="0" smtClean="0"/>
              <a:t> </a:t>
            </a:r>
            <a:r>
              <a:rPr lang="en-US" dirty="0" err="1" smtClean="0"/>
              <a:t>korisnika</a:t>
            </a:r>
            <a:r>
              <a:rPr lang="en-US" dirty="0" smtClean="0"/>
              <a:t>…),</a:t>
            </a:r>
            <a:r>
              <a:rPr lang="en-US" dirty="0" err="1" smtClean="0"/>
              <a:t>potrebno</a:t>
            </a:r>
            <a:r>
              <a:rPr lang="en-US" dirty="0" smtClean="0"/>
              <a:t> </a:t>
            </a:r>
            <a:r>
              <a:rPr lang="en-US" dirty="0" err="1" smtClean="0"/>
              <a:t>vreme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otklanjane</a:t>
            </a:r>
            <a:r>
              <a:rPr lang="en-US" dirty="0" smtClean="0"/>
              <a:t> </a:t>
            </a:r>
            <a:r>
              <a:rPr lang="en-US" dirty="0" err="1" smtClean="0"/>
              <a:t>gresaka</a:t>
            </a:r>
            <a:r>
              <a:rPr lang="en-US" dirty="0" smtClean="0"/>
              <a:t>.</a:t>
            </a:r>
          </a:p>
          <a:p>
            <a:pPr lvl="2">
              <a:buNone/>
            </a:pPr>
            <a:r>
              <a:rPr lang="en-US" dirty="0" err="1" smtClean="0"/>
              <a:t>Interestantno</a:t>
            </a:r>
            <a:r>
              <a:rPr lang="en-US" dirty="0" smtClean="0"/>
              <a:t>: </a:t>
            </a:r>
            <a:r>
              <a:rPr lang="en-US" dirty="0" err="1" smtClean="0"/>
              <a:t>Detekcija</a:t>
            </a:r>
            <a:r>
              <a:rPr lang="en-US" dirty="0" smtClean="0"/>
              <a:t> </a:t>
            </a:r>
            <a:r>
              <a:rPr lang="en-US" dirty="0" err="1" smtClean="0"/>
              <a:t>zenica</a:t>
            </a:r>
            <a:r>
              <a:rPr lang="en-US" dirty="0" smtClean="0"/>
              <a:t> se </a:t>
            </a:r>
            <a:r>
              <a:rPr lang="en-US" dirty="0" err="1" smtClean="0"/>
              <a:t>cesto</a:t>
            </a:r>
            <a:r>
              <a:rPr lang="en-US" dirty="0" smtClean="0"/>
              <a:t> </a:t>
            </a:r>
            <a:r>
              <a:rPr lang="en-US" dirty="0" err="1" smtClean="0"/>
              <a:t>radi</a:t>
            </a:r>
            <a:r>
              <a:rPr lang="en-US" dirty="0" smtClean="0"/>
              <a:t> </a:t>
            </a:r>
            <a:r>
              <a:rPr lang="en-US" dirty="0" err="1" smtClean="0"/>
              <a:t>kao</a:t>
            </a:r>
            <a:r>
              <a:rPr lang="en-US" dirty="0" smtClean="0"/>
              <a:t> </a:t>
            </a:r>
            <a:r>
              <a:rPr lang="en-US" dirty="0" err="1" smtClean="0"/>
              <a:t>pronalazenje</a:t>
            </a:r>
            <a:r>
              <a:rPr lang="en-US" dirty="0" smtClean="0"/>
              <a:t> </a:t>
            </a:r>
            <a:r>
              <a:rPr lang="en-US" dirty="0" err="1" smtClean="0"/>
              <a:t>najtamnijih</a:t>
            </a:r>
            <a:r>
              <a:rPr lang="en-US" dirty="0" smtClean="0"/>
              <a:t> </a:t>
            </a:r>
            <a:r>
              <a:rPr lang="en-US" dirty="0" err="1" smtClean="0"/>
              <a:t>tacaka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slici</a:t>
            </a:r>
            <a:endParaRPr lang="en-US" dirty="0" smtClean="0"/>
          </a:p>
          <a:p>
            <a:r>
              <a:rPr lang="en-US" dirty="0" err="1" smtClean="0"/>
              <a:t>Drugi</a:t>
            </a:r>
            <a:r>
              <a:rPr lang="en-US" dirty="0" smtClean="0"/>
              <a:t> </a:t>
            </a:r>
            <a:r>
              <a:rPr lang="en-US" dirty="0" err="1" smtClean="0"/>
              <a:t>pokusaj</a:t>
            </a:r>
            <a:r>
              <a:rPr lang="en-US" dirty="0" smtClean="0"/>
              <a:t>( </a:t>
            </a:r>
            <a:r>
              <a:rPr lang="en-US" dirty="0" err="1" smtClean="0"/>
              <a:t>pomeranje</a:t>
            </a:r>
            <a:r>
              <a:rPr lang="en-US" dirty="0" smtClean="0"/>
              <a:t> </a:t>
            </a:r>
            <a:r>
              <a:rPr lang="en-US" dirty="0" err="1" smtClean="0"/>
              <a:t>kursora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nekog</a:t>
            </a:r>
            <a:r>
              <a:rPr lang="en-US" dirty="0" smtClean="0"/>
              <a:t> </a:t>
            </a:r>
            <a:r>
              <a:rPr lang="en-US" dirty="0" err="1" smtClean="0"/>
              <a:t>fiksiranog</a:t>
            </a:r>
            <a:r>
              <a:rPr lang="en-US" dirty="0" smtClean="0"/>
              <a:t> </a:t>
            </a:r>
            <a:r>
              <a:rPr lang="en-US" dirty="0" err="1" smtClean="0"/>
              <a:t>objekta</a:t>
            </a:r>
            <a:r>
              <a:rPr lang="en-US" dirty="0" smtClean="0"/>
              <a:t>, </a:t>
            </a:r>
            <a:r>
              <a:rPr lang="en-US" dirty="0" err="1" smtClean="0"/>
              <a:t>npr</a:t>
            </a:r>
            <a:r>
              <a:rPr lang="en-US" dirty="0" smtClean="0"/>
              <a:t> </a:t>
            </a:r>
            <a:r>
              <a:rPr lang="en-US" dirty="0" err="1" smtClean="0"/>
              <a:t>tacke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licu</a:t>
            </a:r>
            <a:r>
              <a:rPr lang="en-US" dirty="0" smtClean="0"/>
              <a:t>, </a:t>
            </a:r>
            <a:r>
              <a:rPr lang="en-US" dirty="0" err="1" smtClean="0"/>
              <a:t>cepa</a:t>
            </a:r>
            <a:r>
              <a:rPr lang="en-US" dirty="0" smtClean="0"/>
              <a:t> </a:t>
            </a:r>
            <a:r>
              <a:rPr lang="en-US" dirty="0" err="1" smtClean="0"/>
              <a:t>od</a:t>
            </a:r>
            <a:r>
              <a:rPr lang="en-US" dirty="0" smtClean="0"/>
              <a:t> </a:t>
            </a:r>
            <a:r>
              <a:rPr lang="en-US" dirty="0" err="1" smtClean="0"/>
              <a:t>flase</a:t>
            </a:r>
            <a:r>
              <a:rPr lang="en-US" dirty="0" smtClean="0"/>
              <a:t>, </a:t>
            </a:r>
            <a:r>
              <a:rPr lang="en-US" dirty="0" err="1" smtClean="0"/>
              <a:t>nekog</a:t>
            </a:r>
            <a:r>
              <a:rPr lang="en-US" dirty="0" smtClean="0"/>
              <a:t> </a:t>
            </a:r>
            <a:r>
              <a:rPr lang="en-US" dirty="0" err="1" smtClean="0"/>
              <a:t>drugog</a:t>
            </a:r>
            <a:r>
              <a:rPr lang="en-US" dirty="0" smtClean="0"/>
              <a:t> </a:t>
            </a:r>
            <a:r>
              <a:rPr lang="en-US" dirty="0" err="1" smtClean="0"/>
              <a:t>markiranog</a:t>
            </a:r>
            <a:r>
              <a:rPr lang="en-US" dirty="0" smtClean="0"/>
              <a:t> </a:t>
            </a:r>
            <a:r>
              <a:rPr lang="en-US" dirty="0" err="1" smtClean="0"/>
              <a:t>objekta</a:t>
            </a:r>
            <a:r>
              <a:rPr lang="en-US" dirty="0" smtClean="0"/>
              <a:t>)</a:t>
            </a:r>
          </a:p>
          <a:p>
            <a:pPr lvl="1"/>
            <a:r>
              <a:rPr lang="en-US" dirty="0" err="1" smtClean="0"/>
              <a:t>Problemi</a:t>
            </a:r>
            <a:r>
              <a:rPr lang="en-US" dirty="0" smtClean="0"/>
              <a:t>:</a:t>
            </a:r>
          </a:p>
          <a:p>
            <a:pPr lvl="2"/>
            <a:r>
              <a:rPr lang="en-US" dirty="0" err="1" smtClean="0"/>
              <a:t>Slicne</a:t>
            </a:r>
            <a:r>
              <a:rPr lang="en-US" dirty="0" smtClean="0"/>
              <a:t> </a:t>
            </a:r>
            <a:r>
              <a:rPr lang="en-US" dirty="0" err="1" smtClean="0"/>
              <a:t>stvari</a:t>
            </a:r>
            <a:r>
              <a:rPr lang="en-US" dirty="0" smtClean="0"/>
              <a:t> </a:t>
            </a:r>
            <a:r>
              <a:rPr lang="en-US" dirty="0" err="1" smtClean="0"/>
              <a:t>kao</a:t>
            </a:r>
            <a:r>
              <a:rPr lang="en-US" dirty="0" smtClean="0"/>
              <a:t> I </a:t>
            </a:r>
            <a:r>
              <a:rPr lang="en-US" dirty="0" err="1" smtClean="0"/>
              <a:t>malopre</a:t>
            </a:r>
            <a:r>
              <a:rPr lang="en-US" dirty="0" smtClean="0"/>
              <a:t>, </a:t>
            </a:r>
            <a:r>
              <a:rPr lang="en-US" dirty="0" err="1" smtClean="0"/>
              <a:t>ali</a:t>
            </a:r>
            <a:r>
              <a:rPr lang="en-US" dirty="0" smtClean="0"/>
              <a:t> </a:t>
            </a:r>
            <a:r>
              <a:rPr lang="en-US" dirty="0" err="1" smtClean="0"/>
              <a:t>manja</a:t>
            </a:r>
            <a:r>
              <a:rPr lang="en-US" dirty="0" smtClean="0"/>
              <a:t> </a:t>
            </a:r>
            <a:r>
              <a:rPr lang="en-US" dirty="0" err="1" smtClean="0"/>
              <a:t>podrhtavanja</a:t>
            </a:r>
            <a:r>
              <a:rPr lang="en-US" dirty="0" smtClean="0"/>
              <a:t>, </a:t>
            </a:r>
            <a:r>
              <a:rPr lang="en-US" dirty="0" err="1" smtClean="0"/>
              <a:t>kamera</a:t>
            </a:r>
            <a:r>
              <a:rPr lang="en-US" dirty="0" smtClean="0"/>
              <a:t> ne </a:t>
            </a:r>
            <a:r>
              <a:rPr lang="en-US" dirty="0" err="1" smtClean="0"/>
              <a:t>igra</a:t>
            </a:r>
            <a:r>
              <a:rPr lang="en-US" dirty="0" smtClean="0"/>
              <a:t> </a:t>
            </a:r>
            <a:r>
              <a:rPr lang="en-US" dirty="0" err="1" smtClean="0"/>
              <a:t>toliko</a:t>
            </a:r>
            <a:r>
              <a:rPr lang="en-US" dirty="0" smtClean="0"/>
              <a:t> </a:t>
            </a:r>
            <a:r>
              <a:rPr lang="en-US" dirty="0" err="1" smtClean="0"/>
              <a:t>veliku</a:t>
            </a:r>
            <a:r>
              <a:rPr lang="en-US" dirty="0" smtClean="0"/>
              <a:t> </a:t>
            </a:r>
            <a:r>
              <a:rPr lang="en-US" dirty="0" err="1" smtClean="0"/>
              <a:t>ulogu,jer</a:t>
            </a:r>
            <a:r>
              <a:rPr lang="en-US" dirty="0" smtClean="0"/>
              <a:t> je </a:t>
            </a:r>
            <a:r>
              <a:rPr lang="en-US" dirty="0" err="1" smtClean="0"/>
              <a:t>recimo</a:t>
            </a:r>
            <a:r>
              <a:rPr lang="en-US" dirty="0" smtClean="0"/>
              <a:t> </a:t>
            </a:r>
            <a:r>
              <a:rPr lang="en-US" dirty="0" err="1" smtClean="0"/>
              <a:t>cep</a:t>
            </a:r>
            <a:r>
              <a:rPr lang="en-US" dirty="0" smtClean="0"/>
              <a:t> </a:t>
            </a:r>
            <a:r>
              <a:rPr lang="en-US" dirty="0" err="1" smtClean="0"/>
              <a:t>jednostavnje</a:t>
            </a:r>
            <a:r>
              <a:rPr lang="en-US" dirty="0" smtClean="0"/>
              <a:t> </a:t>
            </a:r>
            <a:r>
              <a:rPr lang="en-US" dirty="0" err="1" smtClean="0"/>
              <a:t>pratiti</a:t>
            </a:r>
            <a:r>
              <a:rPr lang="en-US" dirty="0" smtClean="0"/>
              <a:t> </a:t>
            </a:r>
            <a:r>
              <a:rPr lang="en-US" dirty="0" err="1" smtClean="0"/>
              <a:t>nego</a:t>
            </a:r>
            <a:r>
              <a:rPr lang="en-US" dirty="0" smtClean="0"/>
              <a:t> </a:t>
            </a:r>
            <a:r>
              <a:rPr lang="en-US" dirty="0" err="1" smtClean="0"/>
              <a:t>sitnu</a:t>
            </a:r>
            <a:r>
              <a:rPr lang="en-US" dirty="0" smtClean="0"/>
              <a:t> </a:t>
            </a:r>
            <a:r>
              <a:rPr lang="en-US" dirty="0" err="1" smtClean="0"/>
              <a:t>zenicu</a:t>
            </a:r>
            <a:r>
              <a:rPr lang="en-US" dirty="0" smtClean="0"/>
              <a:t>(</a:t>
            </a:r>
            <a:r>
              <a:rPr lang="en-US" dirty="0" err="1" smtClean="0"/>
              <a:t>pogotovo</a:t>
            </a:r>
            <a:r>
              <a:rPr lang="en-US" dirty="0" smtClean="0"/>
              <a:t> </a:t>
            </a:r>
            <a:r>
              <a:rPr lang="en-US" dirty="0" err="1" smtClean="0"/>
              <a:t>kada</a:t>
            </a:r>
            <a:r>
              <a:rPr lang="en-US" dirty="0" smtClean="0"/>
              <a:t> </a:t>
            </a:r>
            <a:r>
              <a:rPr lang="en-US" dirty="0" err="1" smtClean="0"/>
              <a:t>su</a:t>
            </a:r>
            <a:r>
              <a:rPr lang="en-US" dirty="0" smtClean="0"/>
              <a:t> I </a:t>
            </a:r>
            <a:r>
              <a:rPr lang="en-US" dirty="0" err="1" smtClean="0"/>
              <a:t>irisi</a:t>
            </a:r>
            <a:r>
              <a:rPr lang="en-US" dirty="0" smtClean="0"/>
              <a:t> </a:t>
            </a:r>
            <a:r>
              <a:rPr lang="en-US" dirty="0" err="1" smtClean="0"/>
              <a:t>tamni</a:t>
            </a:r>
            <a:r>
              <a:rPr lang="en-US" dirty="0" smtClean="0"/>
              <a:t>)</a:t>
            </a:r>
          </a:p>
          <a:p>
            <a:pPr lvl="2">
              <a:buNone/>
            </a:pPr>
            <a:endParaRPr lang="sr-Latn-RS" dirty="0" smtClean="0"/>
          </a:p>
          <a:p>
            <a:endParaRPr lang="sr-Latn-R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Misija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36792"/>
          </a:xfrm>
        </p:spPr>
        <p:txBody>
          <a:bodyPr>
            <a:normAutofit/>
          </a:bodyPr>
          <a:lstStyle/>
          <a:p>
            <a:pPr lvl="2">
              <a:buNone/>
            </a:pPr>
            <a:r>
              <a:rPr lang="en-US" dirty="0" err="1" smtClean="0"/>
              <a:t>Opsti</a:t>
            </a:r>
            <a:r>
              <a:rPr lang="en-US" dirty="0" smtClean="0"/>
              <a:t> </a:t>
            </a:r>
            <a:r>
              <a:rPr lang="en-US" dirty="0" err="1" smtClean="0"/>
              <a:t>algoritam</a:t>
            </a:r>
            <a:r>
              <a:rPr lang="en-US" dirty="0" smtClean="0"/>
              <a:t>:</a:t>
            </a:r>
          </a:p>
          <a:p>
            <a:pPr lvl="2">
              <a:buNone/>
            </a:pPr>
            <a:endParaRPr lang="en-US" dirty="0" smtClean="0"/>
          </a:p>
          <a:p>
            <a:pPr lvl="2">
              <a:buNone/>
            </a:pPr>
            <a:endParaRPr lang="sr-Latn-RS" dirty="0" smtClean="0"/>
          </a:p>
          <a:p>
            <a:endParaRPr lang="sr-Latn-RS" dirty="0" smtClean="0"/>
          </a:p>
        </p:txBody>
      </p:sp>
      <p:sp>
        <p:nvSpPr>
          <p:cNvPr id="4" name="Rectangle 3"/>
          <p:cNvSpPr/>
          <p:nvPr/>
        </p:nvSpPr>
        <p:spPr>
          <a:xfrm>
            <a:off x="4429124" y="1428736"/>
            <a:ext cx="2214578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/>
              <a:t>Dobijanje</a:t>
            </a:r>
            <a:r>
              <a:rPr lang="en-US" sz="2000" b="1" dirty="0" smtClean="0"/>
              <a:t>  </a:t>
            </a:r>
            <a:r>
              <a:rPr lang="en-US" sz="2000" b="1" dirty="0" err="1" smtClean="0"/>
              <a:t>videa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sa</a:t>
            </a:r>
            <a:r>
              <a:rPr lang="en-US" sz="2000" b="1" dirty="0" smtClean="0"/>
              <a:t> web </a:t>
            </a:r>
            <a:r>
              <a:rPr lang="en-US" sz="2000" b="1" dirty="0" err="1" smtClean="0"/>
              <a:t>kamere</a:t>
            </a:r>
            <a:endParaRPr lang="en-US" sz="2000" b="1" dirty="0"/>
          </a:p>
        </p:txBody>
      </p:sp>
      <p:sp>
        <p:nvSpPr>
          <p:cNvPr id="7" name="Rectangle 6"/>
          <p:cNvSpPr/>
          <p:nvPr/>
        </p:nvSpPr>
        <p:spPr>
          <a:xfrm>
            <a:off x="2500298" y="2928934"/>
            <a:ext cx="2214578" cy="71438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 err="1" smtClean="0"/>
              <a:t>Izdvajanje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slika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iz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videa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i</a:t>
            </a:r>
            <a:r>
              <a:rPr lang="en-US" sz="2000" b="1" dirty="0" smtClean="0"/>
              <a:t> </a:t>
            </a:r>
            <a:r>
              <a:rPr lang="en-US" sz="2000" b="1" dirty="0" err="1" smtClean="0"/>
              <a:t>obrada</a:t>
            </a:r>
            <a:endParaRPr lang="en-US" sz="2000" b="1" dirty="0"/>
          </a:p>
        </p:txBody>
      </p:sp>
      <p:sp>
        <p:nvSpPr>
          <p:cNvPr id="8" name="Rectangle 7"/>
          <p:cNvSpPr/>
          <p:nvPr/>
        </p:nvSpPr>
        <p:spPr>
          <a:xfrm>
            <a:off x="2285984" y="4214818"/>
            <a:ext cx="2428892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Izdvajanje</a:t>
            </a:r>
            <a:r>
              <a:rPr lang="en-US" b="1" dirty="0" smtClean="0"/>
              <a:t> RGB </a:t>
            </a:r>
            <a:r>
              <a:rPr lang="en-US" b="1" dirty="0" err="1" smtClean="0"/>
              <a:t>kanala</a:t>
            </a:r>
            <a:r>
              <a:rPr lang="en-US" b="1" dirty="0" smtClean="0"/>
              <a:t> </a:t>
            </a:r>
            <a:r>
              <a:rPr lang="en-US" b="1" dirty="0" err="1" smtClean="0"/>
              <a:t>boja</a:t>
            </a:r>
            <a:r>
              <a:rPr lang="en-US" b="1" dirty="0" smtClean="0"/>
              <a:t>, </a:t>
            </a:r>
            <a:r>
              <a:rPr lang="en-US" b="1" dirty="0" err="1" smtClean="0"/>
              <a:t>akcije</a:t>
            </a:r>
            <a:r>
              <a:rPr lang="en-US" b="1" dirty="0" smtClean="0"/>
              <a:t> </a:t>
            </a:r>
            <a:r>
              <a:rPr lang="en-US" b="1" dirty="0" err="1" smtClean="0"/>
              <a:t>na</a:t>
            </a:r>
            <a:r>
              <a:rPr lang="en-US" b="1" dirty="0" smtClean="0"/>
              <a:t> </a:t>
            </a:r>
            <a:r>
              <a:rPr lang="en-US" b="1" dirty="0" err="1" smtClean="0"/>
              <a:t>osnovu</a:t>
            </a:r>
            <a:r>
              <a:rPr lang="en-US" b="1" dirty="0" smtClean="0"/>
              <a:t> </a:t>
            </a:r>
            <a:r>
              <a:rPr lang="en-US" b="1" dirty="0" err="1" smtClean="0"/>
              <a:t>njih</a:t>
            </a:r>
            <a:endParaRPr lang="en-US" b="1" dirty="0"/>
          </a:p>
        </p:txBody>
      </p:sp>
      <p:sp>
        <p:nvSpPr>
          <p:cNvPr id="9" name="Rectangle 8"/>
          <p:cNvSpPr/>
          <p:nvPr/>
        </p:nvSpPr>
        <p:spPr>
          <a:xfrm>
            <a:off x="4572000" y="5786454"/>
            <a:ext cx="2357454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Izvrsavanje</a:t>
            </a:r>
            <a:r>
              <a:rPr lang="en-US" b="1" dirty="0" smtClean="0"/>
              <a:t> </a:t>
            </a:r>
            <a:r>
              <a:rPr lang="en-US" b="1" dirty="0" err="1" smtClean="0"/>
              <a:t>operaacija</a:t>
            </a:r>
            <a:r>
              <a:rPr lang="en-US" b="1" dirty="0" smtClean="0"/>
              <a:t> </a:t>
            </a:r>
            <a:r>
              <a:rPr lang="en-US" b="1" dirty="0" err="1" smtClean="0"/>
              <a:t>nad</a:t>
            </a:r>
            <a:r>
              <a:rPr lang="en-US" b="1" dirty="0" smtClean="0"/>
              <a:t> </a:t>
            </a:r>
            <a:r>
              <a:rPr lang="en-US" b="1" dirty="0" err="1" smtClean="0"/>
              <a:t>misem</a:t>
            </a:r>
            <a:endParaRPr lang="en-US" b="1" dirty="0"/>
          </a:p>
        </p:txBody>
      </p:sp>
      <p:sp>
        <p:nvSpPr>
          <p:cNvPr id="12" name="Rectangle 11"/>
          <p:cNvSpPr/>
          <p:nvPr/>
        </p:nvSpPr>
        <p:spPr>
          <a:xfrm>
            <a:off x="6357950" y="3786190"/>
            <a:ext cx="1857356" cy="78581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 smtClean="0"/>
              <a:t>Izdvajanje</a:t>
            </a:r>
            <a:r>
              <a:rPr lang="en-US" b="1" dirty="0" smtClean="0"/>
              <a:t> </a:t>
            </a:r>
            <a:r>
              <a:rPr lang="en-US" b="1" dirty="0" err="1" smtClean="0"/>
              <a:t>zenica</a:t>
            </a:r>
            <a:r>
              <a:rPr lang="en-US" b="1" dirty="0" smtClean="0"/>
              <a:t> I </a:t>
            </a:r>
            <a:r>
              <a:rPr lang="en-US" b="1" dirty="0" err="1" smtClean="0"/>
              <a:t>uglova</a:t>
            </a:r>
            <a:r>
              <a:rPr lang="en-US" b="1" dirty="0" smtClean="0"/>
              <a:t> </a:t>
            </a:r>
            <a:r>
              <a:rPr lang="en-US" b="1" dirty="0" err="1" smtClean="0"/>
              <a:t>gledanja</a:t>
            </a:r>
            <a:endParaRPr lang="en-US" b="1" dirty="0"/>
          </a:p>
        </p:txBody>
      </p:sp>
      <p:sp>
        <p:nvSpPr>
          <p:cNvPr id="13" name="Down Arrow 12"/>
          <p:cNvSpPr/>
          <p:nvPr/>
        </p:nvSpPr>
        <p:spPr>
          <a:xfrm rot="2170317">
            <a:off x="4926548" y="2186988"/>
            <a:ext cx="428628" cy="857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own Arrow 14"/>
          <p:cNvSpPr/>
          <p:nvPr/>
        </p:nvSpPr>
        <p:spPr>
          <a:xfrm>
            <a:off x="3857620" y="3786190"/>
            <a:ext cx="214314" cy="28575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own Arrow 15"/>
          <p:cNvSpPr/>
          <p:nvPr/>
        </p:nvSpPr>
        <p:spPr>
          <a:xfrm rot="17625926">
            <a:off x="5247513" y="3344228"/>
            <a:ext cx="506362" cy="98326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Down Arrow 16"/>
          <p:cNvSpPr/>
          <p:nvPr/>
        </p:nvSpPr>
        <p:spPr>
          <a:xfrm rot="18761050">
            <a:off x="4000496" y="5286388"/>
            <a:ext cx="428628" cy="57150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Down Arrow 17"/>
          <p:cNvSpPr/>
          <p:nvPr/>
        </p:nvSpPr>
        <p:spPr>
          <a:xfrm rot="400446">
            <a:off x="6434135" y="4794138"/>
            <a:ext cx="286097" cy="73789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Misija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36792"/>
          </a:xfrm>
        </p:spPr>
        <p:txBody>
          <a:bodyPr>
            <a:normAutofit/>
          </a:bodyPr>
          <a:lstStyle/>
          <a:p>
            <a:pPr lvl="2">
              <a:buNone/>
            </a:pPr>
            <a:r>
              <a:rPr lang="en-US" dirty="0" err="1" smtClean="0"/>
              <a:t>Usled</a:t>
            </a:r>
            <a:r>
              <a:rPr lang="en-US" dirty="0" smtClean="0"/>
              <a:t> </a:t>
            </a:r>
            <a:r>
              <a:rPr lang="en-US" dirty="0" err="1" smtClean="0"/>
              <a:t>velikih</a:t>
            </a:r>
            <a:r>
              <a:rPr lang="en-US" dirty="0" smtClean="0"/>
              <a:t> </a:t>
            </a:r>
            <a:r>
              <a:rPr lang="en-US" dirty="0" err="1" smtClean="0"/>
              <a:t>problema</a:t>
            </a:r>
            <a:r>
              <a:rPr lang="en-US" dirty="0" smtClean="0"/>
              <a:t>  </a:t>
            </a:r>
            <a:r>
              <a:rPr lang="en-US" dirty="0" err="1" smtClean="0"/>
              <a:t>sa</a:t>
            </a:r>
            <a:r>
              <a:rPr lang="en-US" dirty="0" smtClean="0"/>
              <a:t> </a:t>
            </a:r>
            <a:r>
              <a:rPr lang="en-US" dirty="0" err="1" smtClean="0"/>
              <a:t>prvim</a:t>
            </a:r>
            <a:r>
              <a:rPr lang="en-US" dirty="0" smtClean="0"/>
              <a:t> </a:t>
            </a:r>
            <a:r>
              <a:rPr lang="en-US" dirty="0" err="1" smtClean="0"/>
              <a:t>pokusajem</a:t>
            </a:r>
            <a:r>
              <a:rPr lang="en-US" dirty="0" smtClean="0"/>
              <a:t>(</a:t>
            </a:r>
            <a:r>
              <a:rPr lang="en-US" dirty="0" err="1" smtClean="0"/>
              <a:t>detekcija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pogleda</a:t>
            </a:r>
            <a:r>
              <a:rPr lang="en-US" dirty="0" smtClean="0"/>
              <a:t>), </a:t>
            </a:r>
            <a:r>
              <a:rPr lang="en-US" dirty="0" err="1" smtClean="0"/>
              <a:t>ovde</a:t>
            </a:r>
            <a:r>
              <a:rPr lang="en-US" dirty="0" smtClean="0"/>
              <a:t>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sada</a:t>
            </a:r>
            <a:r>
              <a:rPr lang="en-US" dirty="0" smtClean="0"/>
              <a:t> </a:t>
            </a:r>
            <a:r>
              <a:rPr lang="en-US" dirty="0" err="1" smtClean="0"/>
              <a:t>biti</a:t>
            </a:r>
            <a:r>
              <a:rPr lang="en-US" dirty="0" smtClean="0"/>
              <a:t> </a:t>
            </a:r>
            <a:r>
              <a:rPr lang="en-US" dirty="0" err="1" smtClean="0"/>
              <a:t>predstavljen</a:t>
            </a:r>
            <a:r>
              <a:rPr lang="en-US" dirty="0" smtClean="0"/>
              <a:t> </a:t>
            </a:r>
            <a:r>
              <a:rPr lang="en-US" dirty="0" err="1" smtClean="0"/>
              <a:t>algoritam</a:t>
            </a:r>
            <a:r>
              <a:rPr lang="en-US" dirty="0" smtClean="0"/>
              <a:t> </a:t>
            </a:r>
            <a:r>
              <a:rPr lang="en-US" dirty="0" err="1" smtClean="0"/>
              <a:t>prezentovan</a:t>
            </a:r>
            <a:r>
              <a:rPr lang="en-US" dirty="0" smtClean="0"/>
              <a:t> </a:t>
            </a:r>
            <a:r>
              <a:rPr lang="en-US" dirty="0" err="1" smtClean="0"/>
              <a:t>drugi</a:t>
            </a:r>
            <a:r>
              <a:rPr lang="en-US" dirty="0" smtClean="0"/>
              <a:t> </a:t>
            </a:r>
            <a:r>
              <a:rPr lang="en-US" dirty="0" err="1" smtClean="0"/>
              <a:t>pokusaj</a:t>
            </a:r>
            <a:r>
              <a:rPr lang="en-US" dirty="0" smtClean="0"/>
              <a:t>(</a:t>
            </a:r>
            <a:r>
              <a:rPr lang="en-US" dirty="0" err="1" smtClean="0"/>
              <a:t>pomeranje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kretanja</a:t>
            </a:r>
            <a:r>
              <a:rPr lang="en-US" dirty="0" smtClean="0"/>
              <a:t> </a:t>
            </a:r>
            <a:r>
              <a:rPr lang="en-US" dirty="0" err="1" smtClean="0"/>
              <a:t>drugog</a:t>
            </a:r>
            <a:r>
              <a:rPr lang="en-US" dirty="0" smtClean="0"/>
              <a:t> </a:t>
            </a:r>
            <a:r>
              <a:rPr lang="en-US" dirty="0" err="1" smtClean="0"/>
              <a:t>objekta</a:t>
            </a:r>
            <a:r>
              <a:rPr lang="en-US" dirty="0" smtClean="0"/>
              <a:t>)</a:t>
            </a:r>
          </a:p>
          <a:p>
            <a:pPr lvl="2">
              <a:buNone/>
            </a:pPr>
            <a:endParaRPr lang="en-US" dirty="0" smtClean="0"/>
          </a:p>
          <a:p>
            <a:pPr lvl="2"/>
            <a:r>
              <a:rPr lang="en-US" dirty="0" err="1" smtClean="0"/>
              <a:t>Uzimanje</a:t>
            </a:r>
            <a:r>
              <a:rPr lang="en-US" dirty="0" smtClean="0"/>
              <a:t> </a:t>
            </a:r>
            <a:r>
              <a:rPr lang="en-US" dirty="0" err="1" smtClean="0"/>
              <a:t>videa</a:t>
            </a:r>
            <a:r>
              <a:rPr lang="en-US" dirty="0" smtClean="0"/>
              <a:t> </a:t>
            </a:r>
            <a:r>
              <a:rPr lang="en-US" dirty="0" err="1" smtClean="0"/>
              <a:t>sa</a:t>
            </a:r>
            <a:r>
              <a:rPr lang="en-US" dirty="0" smtClean="0"/>
              <a:t> web </a:t>
            </a:r>
            <a:r>
              <a:rPr lang="en-US" dirty="0" err="1" smtClean="0"/>
              <a:t>kamere</a:t>
            </a:r>
            <a:endParaRPr lang="en-US" dirty="0" smtClean="0"/>
          </a:p>
          <a:p>
            <a:pPr lvl="2"/>
            <a:r>
              <a:rPr lang="en-US" dirty="0" err="1" smtClean="0"/>
              <a:t>Obrada</a:t>
            </a:r>
            <a:r>
              <a:rPr lang="en-US" dirty="0" smtClean="0"/>
              <a:t> </a:t>
            </a:r>
            <a:r>
              <a:rPr lang="en-US" dirty="0" err="1" smtClean="0"/>
              <a:t>individualnog</a:t>
            </a:r>
            <a:r>
              <a:rPr lang="en-US" dirty="0" smtClean="0"/>
              <a:t> </a:t>
            </a:r>
            <a:r>
              <a:rPr lang="en-US" dirty="0" err="1" smtClean="0"/>
              <a:t>frejma</a:t>
            </a:r>
            <a:endParaRPr lang="en-US" dirty="0" smtClean="0"/>
          </a:p>
          <a:p>
            <a:pPr lvl="2"/>
            <a:r>
              <a:rPr lang="en-US" dirty="0" err="1" smtClean="0"/>
              <a:t>Flipovanje</a:t>
            </a:r>
            <a:r>
              <a:rPr lang="en-US" dirty="0" smtClean="0"/>
              <a:t> </a:t>
            </a:r>
            <a:r>
              <a:rPr lang="en-US" dirty="0" err="1" smtClean="0"/>
              <a:t>slike</a:t>
            </a:r>
            <a:r>
              <a:rPr lang="en-US" dirty="0" smtClean="0"/>
              <a:t> </a:t>
            </a:r>
            <a:r>
              <a:rPr lang="en-US" dirty="0" err="1" smtClean="0"/>
              <a:t>koja</a:t>
            </a:r>
            <a:r>
              <a:rPr lang="en-US" dirty="0" smtClean="0"/>
              <a:t> </a:t>
            </a:r>
            <a:r>
              <a:rPr lang="en-US" dirty="0" err="1" smtClean="0"/>
              <a:t>predstavlja</a:t>
            </a:r>
            <a:r>
              <a:rPr lang="en-US" dirty="0" smtClean="0"/>
              <a:t> </a:t>
            </a:r>
            <a:r>
              <a:rPr lang="en-US" dirty="0" err="1" smtClean="0"/>
              <a:t>frejm</a:t>
            </a:r>
            <a:endParaRPr lang="en-US" dirty="0" smtClean="0"/>
          </a:p>
          <a:p>
            <a:pPr lvl="2"/>
            <a:r>
              <a:rPr lang="en-US" dirty="0" err="1" smtClean="0"/>
              <a:t>Konverzija</a:t>
            </a:r>
            <a:r>
              <a:rPr lang="en-US" dirty="0" smtClean="0"/>
              <a:t> </a:t>
            </a:r>
            <a:r>
              <a:rPr lang="en-US" dirty="0" err="1" smtClean="0"/>
              <a:t>svakog</a:t>
            </a:r>
            <a:r>
              <a:rPr lang="en-US" dirty="0" smtClean="0"/>
              <a:t> </a:t>
            </a:r>
            <a:r>
              <a:rPr lang="en-US" dirty="0" err="1" smtClean="0"/>
              <a:t>frejma</a:t>
            </a:r>
            <a:r>
              <a:rPr lang="en-US" dirty="0" smtClean="0"/>
              <a:t> u grayscale</a:t>
            </a:r>
          </a:p>
          <a:p>
            <a:pPr lvl="2"/>
            <a:r>
              <a:rPr lang="en-US" dirty="0" err="1" smtClean="0"/>
              <a:t>Detekcija</a:t>
            </a:r>
            <a:r>
              <a:rPr lang="en-US" dirty="0" smtClean="0"/>
              <a:t> I </a:t>
            </a:r>
            <a:r>
              <a:rPr lang="en-US" dirty="0" err="1" smtClean="0"/>
              <a:t>izdvajanje</a:t>
            </a:r>
            <a:r>
              <a:rPr lang="en-US" dirty="0" smtClean="0"/>
              <a:t> </a:t>
            </a:r>
            <a:r>
              <a:rPr lang="en-US" dirty="0" err="1" smtClean="0"/>
              <a:t>rgb</a:t>
            </a:r>
            <a:r>
              <a:rPr lang="en-US" dirty="0" smtClean="0"/>
              <a:t> </a:t>
            </a:r>
            <a:r>
              <a:rPr lang="en-US" dirty="0" err="1" smtClean="0"/>
              <a:t>boja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slike</a:t>
            </a:r>
            <a:endParaRPr lang="en-US" dirty="0" smtClean="0"/>
          </a:p>
          <a:p>
            <a:pPr lvl="2"/>
            <a:r>
              <a:rPr lang="en-US" dirty="0" err="1" smtClean="0"/>
              <a:t>Konverzija</a:t>
            </a:r>
            <a:r>
              <a:rPr lang="en-US" dirty="0" smtClean="0"/>
              <a:t> u </a:t>
            </a:r>
            <a:r>
              <a:rPr lang="en-US" dirty="0" err="1" smtClean="0"/>
              <a:t>binarnu</a:t>
            </a:r>
            <a:endParaRPr lang="en-US" dirty="0" smtClean="0"/>
          </a:p>
          <a:p>
            <a:pPr lvl="2">
              <a:buNone/>
            </a:pPr>
            <a:endParaRPr lang="sr-Latn-RS" dirty="0" smtClean="0"/>
          </a:p>
          <a:p>
            <a:endParaRPr lang="sr-Latn-R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Misija sistema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36792"/>
          </a:xfrm>
        </p:spPr>
        <p:txBody>
          <a:bodyPr>
            <a:normAutofit/>
          </a:bodyPr>
          <a:lstStyle/>
          <a:p>
            <a:pPr lvl="2">
              <a:buNone/>
            </a:pPr>
            <a:r>
              <a:rPr lang="en-US" dirty="0" err="1" smtClean="0"/>
              <a:t>Algoritam</a:t>
            </a:r>
            <a:r>
              <a:rPr lang="en-US" dirty="0" smtClean="0"/>
              <a:t>…</a:t>
            </a:r>
          </a:p>
          <a:p>
            <a:pPr lvl="2">
              <a:buNone/>
            </a:pPr>
            <a:endParaRPr lang="en-US" dirty="0" smtClean="0"/>
          </a:p>
          <a:p>
            <a:pPr lvl="2"/>
            <a:r>
              <a:rPr lang="en-US" dirty="0" err="1" smtClean="0"/>
              <a:t>Pronalazenje</a:t>
            </a:r>
            <a:r>
              <a:rPr lang="en-US" dirty="0" smtClean="0"/>
              <a:t>  </a:t>
            </a:r>
            <a:r>
              <a:rPr lang="en-US" dirty="0" err="1" smtClean="0"/>
              <a:t>regiona</a:t>
            </a:r>
            <a:r>
              <a:rPr lang="en-US" dirty="0" smtClean="0"/>
              <a:t> </a:t>
            </a:r>
            <a:r>
              <a:rPr lang="en-US" dirty="0" err="1" smtClean="0"/>
              <a:t>od</a:t>
            </a:r>
            <a:r>
              <a:rPr lang="en-US" dirty="0" smtClean="0"/>
              <a:t> </a:t>
            </a:r>
            <a:r>
              <a:rPr lang="en-US" dirty="0" err="1" smtClean="0"/>
              <a:t>interesa</a:t>
            </a:r>
            <a:endParaRPr lang="en-US" dirty="0" smtClean="0"/>
          </a:p>
          <a:p>
            <a:pPr lvl="2"/>
            <a:r>
              <a:rPr lang="en-US" dirty="0" err="1" smtClean="0"/>
              <a:t>Racunanje</a:t>
            </a:r>
            <a:r>
              <a:rPr lang="en-US" dirty="0" smtClean="0"/>
              <a:t> </a:t>
            </a:r>
            <a:r>
              <a:rPr lang="en-US" dirty="0" err="1" smtClean="0"/>
              <a:t>tezista</a:t>
            </a:r>
            <a:r>
              <a:rPr lang="en-US" dirty="0" smtClean="0"/>
              <a:t> </a:t>
            </a:r>
            <a:r>
              <a:rPr lang="en-US" dirty="0" err="1" smtClean="0"/>
              <a:t>regiona</a:t>
            </a:r>
            <a:endParaRPr lang="en-US" dirty="0" smtClean="0"/>
          </a:p>
          <a:p>
            <a:pPr lvl="2"/>
            <a:r>
              <a:rPr lang="en-US" dirty="0" smtClean="0"/>
              <a:t>Na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izracunatog</a:t>
            </a:r>
            <a:r>
              <a:rPr lang="en-US" dirty="0" smtClean="0"/>
              <a:t> </a:t>
            </a:r>
            <a:r>
              <a:rPr lang="en-US" dirty="0" err="1" smtClean="0"/>
              <a:t>tezista</a:t>
            </a:r>
            <a:r>
              <a:rPr lang="en-US" dirty="0" smtClean="0"/>
              <a:t> u </a:t>
            </a:r>
            <a:r>
              <a:rPr lang="en-US" dirty="0" err="1" smtClean="0"/>
              <a:t>zavisnosti</a:t>
            </a:r>
            <a:r>
              <a:rPr lang="en-US" dirty="0" smtClean="0"/>
              <a:t> </a:t>
            </a:r>
            <a:r>
              <a:rPr lang="en-US" dirty="0" err="1" smtClean="0"/>
              <a:t>od</a:t>
            </a:r>
            <a:r>
              <a:rPr lang="en-US" dirty="0" smtClean="0"/>
              <a:t> </a:t>
            </a:r>
            <a:r>
              <a:rPr lang="en-US" dirty="0" err="1" smtClean="0"/>
              <a:t>udaljenosti</a:t>
            </a:r>
            <a:r>
              <a:rPr lang="en-US" dirty="0" smtClean="0"/>
              <a:t> </a:t>
            </a:r>
            <a:r>
              <a:rPr lang="en-US" dirty="0" err="1" smtClean="0"/>
              <a:t>korisnika</a:t>
            </a:r>
            <a:r>
              <a:rPr lang="en-US" dirty="0" smtClean="0"/>
              <a:t> </a:t>
            </a:r>
            <a:r>
              <a:rPr lang="en-US" dirty="0" err="1" smtClean="0"/>
              <a:t>pomerati</a:t>
            </a:r>
            <a:r>
              <a:rPr lang="en-US" dirty="0" smtClean="0"/>
              <a:t> </a:t>
            </a:r>
            <a:r>
              <a:rPr lang="en-US" dirty="0" err="1" smtClean="0"/>
              <a:t>kursor</a:t>
            </a:r>
            <a:endParaRPr lang="en-US" dirty="0" smtClean="0"/>
          </a:p>
          <a:p>
            <a:pPr lvl="2"/>
            <a:r>
              <a:rPr lang="en-US" dirty="0" err="1" smtClean="0"/>
              <a:t>Simulirati</a:t>
            </a:r>
            <a:r>
              <a:rPr lang="en-US" dirty="0" smtClean="0"/>
              <a:t> </a:t>
            </a:r>
            <a:r>
              <a:rPr lang="en-US" dirty="0" err="1" smtClean="0"/>
              <a:t>levi</a:t>
            </a:r>
            <a:r>
              <a:rPr lang="en-US" dirty="0" smtClean="0"/>
              <a:t>/</a:t>
            </a:r>
            <a:r>
              <a:rPr lang="en-US" dirty="0" err="1" smtClean="0"/>
              <a:t>desni</a:t>
            </a:r>
            <a:r>
              <a:rPr lang="en-US" dirty="0" smtClean="0"/>
              <a:t> </a:t>
            </a:r>
            <a:r>
              <a:rPr lang="en-US" dirty="0" err="1" smtClean="0"/>
              <a:t>klik</a:t>
            </a:r>
            <a:r>
              <a:rPr lang="en-US" dirty="0" smtClean="0"/>
              <a:t> </a:t>
            </a:r>
            <a:r>
              <a:rPr lang="en-US" dirty="0" err="1" smtClean="0"/>
              <a:t>na</a:t>
            </a:r>
            <a:r>
              <a:rPr lang="en-US" dirty="0" smtClean="0"/>
              <a:t> </a:t>
            </a:r>
            <a:r>
              <a:rPr lang="en-US" dirty="0" err="1" smtClean="0"/>
              <a:t>osnovu</a:t>
            </a:r>
            <a:r>
              <a:rPr lang="en-US" dirty="0" smtClean="0"/>
              <a:t> </a:t>
            </a:r>
            <a:r>
              <a:rPr lang="en-US" dirty="0" err="1" smtClean="0"/>
              <a:t>zadrzavanja</a:t>
            </a:r>
            <a:r>
              <a:rPr lang="en-US" dirty="0" smtClean="0"/>
              <a:t> </a:t>
            </a:r>
            <a:r>
              <a:rPr lang="en-US" dirty="0" err="1" smtClean="0"/>
              <a:t>kursora</a:t>
            </a:r>
            <a:r>
              <a:rPr lang="en-US" dirty="0" smtClean="0"/>
              <a:t> u </a:t>
            </a:r>
            <a:r>
              <a:rPr lang="en-US" dirty="0" err="1" smtClean="0"/>
              <a:t>nekom</a:t>
            </a:r>
            <a:r>
              <a:rPr lang="en-US" dirty="0" smtClean="0"/>
              <a:t> </a:t>
            </a:r>
            <a:r>
              <a:rPr lang="en-US" dirty="0" err="1" smtClean="0"/>
              <a:t>regioni</a:t>
            </a:r>
            <a:r>
              <a:rPr lang="en-US" dirty="0" smtClean="0"/>
              <a:t> </a:t>
            </a:r>
            <a:r>
              <a:rPr lang="en-US" dirty="0" err="1" smtClean="0"/>
              <a:t>neki</a:t>
            </a:r>
            <a:r>
              <a:rPr lang="en-US" dirty="0" smtClean="0"/>
              <a:t> </a:t>
            </a:r>
            <a:r>
              <a:rPr lang="en-US" dirty="0" err="1" smtClean="0"/>
              <a:t>vremenski</a:t>
            </a:r>
            <a:r>
              <a:rPr lang="en-US" dirty="0" smtClean="0"/>
              <a:t> period  ILI </a:t>
            </a:r>
            <a:r>
              <a:rPr lang="en-US" dirty="0" err="1" smtClean="0"/>
              <a:t>koriscenjem</a:t>
            </a:r>
            <a:r>
              <a:rPr lang="en-US" dirty="0" smtClean="0"/>
              <a:t> </a:t>
            </a:r>
            <a:r>
              <a:rPr lang="en-US" dirty="0" err="1" smtClean="0"/>
              <a:t>drugog</a:t>
            </a:r>
            <a:r>
              <a:rPr lang="en-US" dirty="0" smtClean="0"/>
              <a:t> </a:t>
            </a:r>
            <a:r>
              <a:rPr lang="en-US" dirty="0" err="1" smtClean="0"/>
              <a:t>objekta</a:t>
            </a:r>
            <a:r>
              <a:rPr lang="en-US" dirty="0" smtClean="0"/>
              <a:t> </a:t>
            </a:r>
            <a:r>
              <a:rPr lang="en-US" dirty="0" err="1" smtClean="0"/>
              <a:t>ili</a:t>
            </a:r>
            <a:r>
              <a:rPr lang="en-US" dirty="0" smtClean="0"/>
              <a:t> </a:t>
            </a:r>
            <a:r>
              <a:rPr lang="en-US" dirty="0" err="1" smtClean="0"/>
              <a:t>markera</a:t>
            </a:r>
            <a:r>
              <a:rPr lang="en-US" dirty="0" smtClean="0"/>
              <a:t> 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tu</a:t>
            </a:r>
            <a:r>
              <a:rPr lang="en-US" dirty="0" smtClean="0"/>
              <a:t> </a:t>
            </a:r>
            <a:r>
              <a:rPr lang="en-US" dirty="0" err="1" smtClean="0"/>
              <a:t>svrhu</a:t>
            </a:r>
            <a:endParaRPr lang="sr-Latn-RS" dirty="0" smtClean="0"/>
          </a:p>
          <a:p>
            <a:endParaRPr lang="sr-Latn-R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r-Latn-RS" dirty="0" smtClean="0"/>
              <a:t>Misija sistema</a:t>
            </a:r>
            <a:r>
              <a:rPr lang="en-US" dirty="0" smtClean="0"/>
              <a:t>…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36792"/>
          </a:xfrm>
        </p:spPr>
        <p:txBody>
          <a:bodyPr>
            <a:normAutofit/>
          </a:bodyPr>
          <a:lstStyle/>
          <a:p>
            <a:r>
              <a:rPr lang="en-US" dirty="0" err="1" smtClean="0"/>
              <a:t>Implementacija</a:t>
            </a:r>
            <a:r>
              <a:rPr lang="en-US" dirty="0" smtClean="0"/>
              <a:t> u </a:t>
            </a:r>
            <a:r>
              <a:rPr lang="en-US" dirty="0" err="1" smtClean="0"/>
              <a:t>programskom</a:t>
            </a:r>
            <a:r>
              <a:rPr lang="en-US" dirty="0" smtClean="0"/>
              <a:t> </a:t>
            </a:r>
            <a:r>
              <a:rPr lang="en-US" dirty="0" err="1" smtClean="0"/>
              <a:t>jeziku</a:t>
            </a:r>
            <a:r>
              <a:rPr lang="en-US" dirty="0" smtClean="0"/>
              <a:t> python </a:t>
            </a:r>
            <a:r>
              <a:rPr lang="en-US" dirty="0" err="1" smtClean="0"/>
              <a:t>koriscenjem</a:t>
            </a:r>
            <a:r>
              <a:rPr lang="en-US" dirty="0" smtClean="0"/>
              <a:t> </a:t>
            </a:r>
            <a:r>
              <a:rPr lang="en-US" dirty="0" err="1" smtClean="0"/>
              <a:t>biblioteke</a:t>
            </a:r>
            <a:r>
              <a:rPr lang="en-US" dirty="0" smtClean="0"/>
              <a:t> cv2</a:t>
            </a:r>
          </a:p>
          <a:p>
            <a:r>
              <a:rPr lang="en-US" dirty="0" err="1" smtClean="0"/>
              <a:t>Koriscenje</a:t>
            </a:r>
            <a:r>
              <a:rPr lang="en-US" dirty="0" smtClean="0"/>
              <a:t> Viola Jones </a:t>
            </a:r>
            <a:r>
              <a:rPr lang="en-US" dirty="0" err="1" smtClean="0"/>
              <a:t>metode</a:t>
            </a:r>
            <a:r>
              <a:rPr lang="en-US" dirty="0" smtClean="0"/>
              <a:t>(</a:t>
            </a:r>
            <a:r>
              <a:rPr lang="en-US" dirty="0" err="1" smtClean="0"/>
              <a:t>za</a:t>
            </a:r>
            <a:r>
              <a:rPr lang="en-US" dirty="0" smtClean="0"/>
              <a:t> </a:t>
            </a:r>
            <a:r>
              <a:rPr lang="en-US" dirty="0" err="1" smtClean="0"/>
              <a:t>detekciju</a:t>
            </a:r>
            <a:r>
              <a:rPr lang="en-US" dirty="0" smtClean="0"/>
              <a:t> </a:t>
            </a:r>
            <a:r>
              <a:rPr lang="en-US" dirty="0" err="1" smtClean="0"/>
              <a:t>ociju</a:t>
            </a:r>
            <a:r>
              <a:rPr lang="en-US" dirty="0" smtClean="0"/>
              <a:t> I </a:t>
            </a:r>
            <a:r>
              <a:rPr lang="en-US" dirty="0" err="1" smtClean="0"/>
              <a:t>lica</a:t>
            </a:r>
            <a:r>
              <a:rPr lang="en-US" dirty="0" smtClean="0"/>
              <a:t>), u </a:t>
            </a:r>
            <a:r>
              <a:rPr lang="en-US" dirty="0" err="1" smtClean="0"/>
              <a:t>slucaju</a:t>
            </a:r>
            <a:r>
              <a:rPr lang="en-US" dirty="0" smtClean="0"/>
              <a:t> </a:t>
            </a:r>
            <a:r>
              <a:rPr lang="en-US" dirty="0" err="1" smtClean="0"/>
              <a:t>da</a:t>
            </a:r>
            <a:r>
              <a:rPr lang="en-US" dirty="0" smtClean="0"/>
              <a:t> </a:t>
            </a:r>
            <a:r>
              <a:rPr lang="en-US" dirty="0" err="1" smtClean="0"/>
              <a:t>prvi</a:t>
            </a:r>
            <a:r>
              <a:rPr lang="en-US" dirty="0" smtClean="0"/>
              <a:t> </a:t>
            </a:r>
            <a:r>
              <a:rPr lang="en-US" dirty="0" err="1" smtClean="0"/>
              <a:t>pokusaj</a:t>
            </a:r>
            <a:r>
              <a:rPr lang="en-US" dirty="0" smtClean="0"/>
              <a:t> </a:t>
            </a:r>
            <a:r>
              <a:rPr lang="en-US" dirty="0" err="1" smtClean="0"/>
              <a:t>donese</a:t>
            </a:r>
            <a:r>
              <a:rPr lang="en-US" dirty="0" smtClean="0"/>
              <a:t> </a:t>
            </a:r>
            <a:r>
              <a:rPr lang="en-US" dirty="0" err="1" smtClean="0"/>
              <a:t>neke</a:t>
            </a:r>
            <a:r>
              <a:rPr lang="en-US" dirty="0" smtClean="0"/>
              <a:t> </a:t>
            </a:r>
            <a:r>
              <a:rPr lang="en-US" dirty="0" err="1" smtClean="0"/>
              <a:t>rezultate</a:t>
            </a:r>
            <a:r>
              <a:rPr lang="en-US" dirty="0" smtClean="0"/>
              <a:t> </a:t>
            </a:r>
            <a:r>
              <a:rPr lang="en-US" dirty="0" err="1" smtClean="0"/>
              <a:t>bice</a:t>
            </a:r>
            <a:r>
              <a:rPr lang="en-US" dirty="0" smtClean="0"/>
              <a:t> </a:t>
            </a:r>
            <a:r>
              <a:rPr lang="en-US" dirty="0" err="1" smtClean="0"/>
              <a:t>detaljnije</a:t>
            </a:r>
            <a:r>
              <a:rPr lang="en-US" dirty="0" smtClean="0"/>
              <a:t> </a:t>
            </a:r>
            <a:r>
              <a:rPr lang="en-US" dirty="0" err="1" smtClean="0"/>
              <a:t>prezentovana</a:t>
            </a:r>
            <a:endParaRPr lang="en-US" dirty="0" smtClean="0"/>
          </a:p>
          <a:p>
            <a:pPr>
              <a:buNone/>
            </a:pPr>
            <a:endParaRPr lang="sr-Latn-R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Literatura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2"/>
              </a:rPr>
              <a:t>http://</a:t>
            </a:r>
            <a:r>
              <a:rPr lang="en-US" dirty="0" smtClean="0">
                <a:hlinkClick r:id="rId2"/>
              </a:rPr>
              <a:t>arxiv.org/ftp/arxiv/papers/1403/1403.4722.pdf</a:t>
            </a:r>
            <a:endParaRPr lang="en-US" dirty="0" smtClean="0"/>
          </a:p>
          <a:p>
            <a:r>
              <a:rPr lang="en-US" dirty="0" smtClean="0">
                <a:hlinkClick r:id="rId3"/>
              </a:rPr>
              <a:t>http://</a:t>
            </a:r>
            <a:r>
              <a:rPr lang="en-US" dirty="0" smtClean="0">
                <a:hlinkClick r:id="rId3"/>
              </a:rPr>
              <a:t>docs.opencv.org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myweb.sabanciuniv.edu/ghani/files/2015/02/GazePointer_INMIC2013.pdf</a:t>
            </a:r>
            <a:endParaRPr lang="en-US" dirty="0" smtClean="0"/>
          </a:p>
          <a:p>
            <a:r>
              <a:rPr lang="en-US" dirty="0" smtClean="0">
                <a:hlinkClick r:id="rId5"/>
              </a:rPr>
              <a:t>http://www.youtube.com/</a:t>
            </a:r>
            <a:endParaRPr lang="en-US" dirty="0" smtClean="0"/>
          </a:p>
          <a:p>
            <a:r>
              <a:rPr lang="en-US" dirty="0" smtClean="0">
                <a:hlinkClick r:id="rId4"/>
              </a:rPr>
              <a:t>http://</a:t>
            </a:r>
            <a:r>
              <a:rPr lang="en-US" dirty="0" smtClean="0">
                <a:hlinkClick r:id="rId4"/>
              </a:rPr>
              <a:t>myweb.sabanciuniv.edu/ghani/files/2015/02/GazePointer_INMIC2013.pdf</a:t>
            </a:r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E2D7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680</TotalTime>
  <Words>645</Words>
  <Application>Microsoft Office PowerPoint</Application>
  <PresentationFormat>On-screen Show (4:3)</PresentationFormat>
  <Paragraphs>80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Flow</vt:lpstr>
      <vt:lpstr>Pomeranje kursora koriscenjem elemenata koje detektuje web kamera </vt:lpstr>
      <vt:lpstr>MOTIVACIJA</vt:lpstr>
      <vt:lpstr>MOTIVACIJA...</vt:lpstr>
      <vt:lpstr>Stanje u oblasti</vt:lpstr>
      <vt:lpstr>Slide 5</vt:lpstr>
      <vt:lpstr>Stanje u oblasti…</vt:lpstr>
      <vt:lpstr>Stanje u oblasti…</vt:lpstr>
      <vt:lpstr>Gaze pointer</vt:lpstr>
      <vt:lpstr>Misija sistema</vt:lpstr>
      <vt:lpstr>Misija sistema</vt:lpstr>
      <vt:lpstr>Misija sistema</vt:lpstr>
      <vt:lpstr>Misija sistema</vt:lpstr>
      <vt:lpstr>Misija sistema…</vt:lpstr>
      <vt:lpstr>Literatura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Pomeranje kursora koriscenjem elemenata koje detektuje web kamera</dc:title>
  <dc:creator>Lena</dc:creator>
  <cp:lastModifiedBy>Lena</cp:lastModifiedBy>
  <cp:revision>17</cp:revision>
  <dcterms:created xsi:type="dcterms:W3CDTF">2015-12-15T00:42:51Z</dcterms:created>
  <dcterms:modified xsi:type="dcterms:W3CDTF">2015-12-15T12:04:47Z</dcterms:modified>
</cp:coreProperties>
</file>